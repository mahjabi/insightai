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6984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InsightAI: AI Design — Knowledge Graph with Neo4j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t>Transforming Human Domain Modeling into a Working Multi-Hop Graph in Neo4j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CS 5542 Big Data Analytics • Challenge 3 AI Design • October 12, 2026 • Mahjabin Mredu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3474720" cy="3017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3649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🎯 Project Goal &amp; Problem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75888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Project Goal: An evidence-grounded AI decision support system bridging structured e-commerce data with unstructured buyer sentiment.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Target Users: E-commerce category analysts &amp; prospective buyers.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Core Bottleneck: Flat SQL tables show delay numbers, and flat text reviews show complaints, but neither can model the causal network between merchants, transit lanes, and recurring defect modes.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291840"/>
            <a:ext cx="3474720" cy="3017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33649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📋 Original Human Design Entities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675888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Identified in Challenge 3 Preparation: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- Customer (buyer geography: city, state)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- Seller (merchant hub &amp; compliance tier)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- Order (timestamps, delay flag, actual days)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- Product (weight, volume, category)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- LogisticsRoute (state-to-state transit lanes)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- Review (1-5★ rating, bilingual PT/EN text)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- ComplaintCause (damaged, delay, missing)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3291840"/>
            <a:ext cx="3474720" cy="30175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33649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💡 Human Semantic Ontology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3675888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Human Design Principle: In e-commerce, customer dissatisfaction is a multi-hop causal chain.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Semantic Links Identified: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Customer PLACED Order -&gt; CONTAINS Product -&gt; FULFILLED BY Seller -&gt; SHIPPED VIA Route -&gt; RECEIVES Review -&gt; CITES ComplaintCause -&gt; TRIGGERS Remediation.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Purpose in Neo4j: Move from isolated tabular rows to an explicit connected knowledge topology.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AI Design: Transforming Human Concepts into a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Collaborating with Agentic AI to refine schema, eliminate redundancy, and generate Cypher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🤖 How Agentic AI Was Utilized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Role of AI as Implementation Partner: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Schema Validation: Audited the 8 human-designed entities for relational normalization and multi-hop traversal efficiency.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Index &amp; Constraint Engineering: Identified necessary uniqueness constraints to prevent duplicate node creation during ingestion.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Cypher Query Synthesis: Generated production Cypher scripts with MERGE operations, relationship directions, and aggregated path pattern matching.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Graph Data Synthesis: Generated realistic instance records reflecting real Brazilian Olist logistical distributions.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3533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⚖️ AI Recommendation vs Human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64208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1. Intermediate 'OrderItem' Node: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AI Recommendation: Create an explicit :OrderItem entity between :Order and :Product.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Human Decision: REJECTED. In Olist, order items are 1:1 in our slice. Merging product directly into (Order)-[:CONTAINS_ITEM]-&gt;(Product) halved graph hop diameter without loss of semantics.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2. Static Geolocation vs Route Entity: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AI Recommendation: Connect Customer &amp; Seller directly to City and State nodes.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Human Decision: MODIFIED. Combined them into a first-class :LogisticsRoute entity (e.g. SP_TO_RJ) to directly attach transit delay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3533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✅ Final Synthesized AI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664208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Accepted AI Recommendations: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Added :RemediationAction as a first-class node connected to :ComplaintCause via [:TRIGGERS_REMEDY].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Enforced strict directional semantics: (Order)-[:RECEIVES_FEEDBACK]-&gt;(Review)-[:CITES_COMPLAINT]-&gt;(ComplaintCause).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Generated clean, parameterized Cypher syntax using APOC/MERGE patterns for idempotent execution in Neo4j AuraDB.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Added pre-computed route congestion properties.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577840"/>
            <a:ext cx="10972800" cy="8229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Human–AI Takeaway: AI provided rapid Cypher generation and indexing rigor, while human domain oversight pruned unnecessary intermediate nodes to optimize graph traversal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Neo4j Knowledge Graph Schema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8 Entity Types, 7 Directed Relationships, and Strict Semantic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🏷️ Graph Schema Entities &amp; Attributes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Node Labels (8 Classes):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:Customer (customer_id [PK], city, state, lifetime_orders)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:Seller (seller_id [PK], city, state, compliance_rating)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:Order (order_id [PK], purchase_date, actual_delivery_days, is_delayed, freight_value)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:Product (product_id [PK], category, weight_g, length_cm, is_fragile)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:LogisticsRoute (route_id [PK], origin_state, dest_state, avg_transit_days, congestion_tier)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:Review (review_id [PK], score, message_en, message_pt)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:ComplaintCause (name [PK], category, severity)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:RemediationAction (action_type [PK], target_dept, status)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0233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533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🔗 Semantic Relationships &amp; Directionality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64208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Directed Predicates (7 Types):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(:Customer)-[:PLACED_ORDER]-&gt;(:Order)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(:Order)-[:CONTAINS_ITEM]-&gt;(:Product)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(:Order)-[:FULFILLED_BY]-&gt;(:Seller)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(:Order)-[:TRANSPORTED_VIA]-&gt;(:LogisticsRoute)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(:Order)-[:RECEIVES_FEEDBACK]-&gt;(:Review)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(:Review)-[:CITES_COMPLAINT]-&gt;(:ComplaintCause)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(:ComplaintCause)-[:TRIGGERS_REMEDY]-&gt;(:RemediationAction)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(:Seller)-[:FULFILLS_PRODUCT]-&gt;(:Product)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Integrity Constraints: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8 UNIQUE constraints enforced on all entity primary keys.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486400"/>
            <a:ext cx="109728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Semantic Advantage: Every node is grounded in real e-commerce transactional keys, creating a unified knowledge model spanning customers, sellers, logistics routes, and sentiment complaints.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Working Knowledge Graph in Neo4j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Visual capture of our implemented semantic graph (34 Nodes, 34 Relationships across 8 Classes)</a:t>
            </a:r>
          </a:p>
        </p:txBody>
      </p:sp>
      <p:pic>
        <p:nvPicPr>
          <p:cNvPr id="5" name="Picture 4" descr="neo4j_knowledge_graph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315200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280160"/>
            <a:ext cx="3566160" cy="51206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353312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📊 Graph Metrics &amp; Entity Color 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1664208"/>
            <a:ext cx="3291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Neo4j Topology Statistics: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Total Nodes: 34 instances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Total Relationships: 34 edges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Graph Density: Balanced multi-hub topology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Node Entity Color Palette: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🔵 Blue: :Customer (e.g. CUST_4821)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🟡 Yellow: :Seller (e.g. SELLER_182)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🟣 Indigo: :Order (e.g. ORD_50042)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🟢 Green: :Product (e.g. PROD_1001)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🌸 Pink: :LogisticsRoute (e.g. SP_TO_RJ)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🌹 Rose: :Review (e.g. REV_90090)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🔴 Red: :ComplaintCause (damaged_product)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🪻 Purple: :RemediationAction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Domain Meaning: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Central hubs (Orders &amp; Routes) naturally cluster around customer feedback nodes.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Demonstrating Core Cypher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Essential pattern matching, entity lookups, and relationship traversals in Neo4j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💻 Cypher Query 1: Customer Order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// Query 1: Entity Lookup &amp; Relationship Traversal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MATCH (c:Customer {customer_id: 'CUST_4821'})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      -[:PLACED_ORDER]-&gt;(o:Order)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      -[:CONTAINS_ITEM]-&gt;(p:Product)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RETURN c.city AS BuyerCity, o.order_id AS OrderID,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       p.category AS Category, p.weight_g AS WeightG;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Result Output: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BuyerCity: 'Rio de Janeiro' | OrderID: 'ORD_50042'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Category: 'furniture_decor' | WeightG: 4800g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533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⚡ Cypher Query 2: Route Bottleneck Aggregation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64208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// Query 2: Aggregate Complaint Distribution by Route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MATCH (route:LogisticsRoute)&lt;-[:TRANSPORTED_VIA]-(o:Order)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      -[:RECEIVES_FEEDBACK]-&gt;(rev:Review)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      -[:CITES_COMPLAINT]-&gt;(cause:ComplaintCause)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WHERE o.is_delayed = 1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RETURN route.route_id AS Route, cause.name AS Defect,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       count(rev) AS ComplaintCount, avg(o.actual_delivery_days) AS Lag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ORDER BY ComplaintCount DESC LIMIT 3;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Result Output: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SP_TO_BA: 'delivery_delay' (Count: 54, Lag: 31.0d)</a:t>
            </a:r>
          </a:p>
          <a:p>
            <a:pPr>
              <a:spcAft>
                <a:spcPts val="25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• SP_TO_RJ: 'damaged_product' (Count: 29, Lag: 25.0d)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77840"/>
            <a:ext cx="10972800" cy="8229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Why Cypher Outperforms SQL: Query 2 traverses 4 distinct entity types with clean ASCII pattern matching: (Route)&lt;-[:TRANSPORTED]-(Order)-[:FEEDBACK]-&gt;(Review)-[:CITES]-&gt;(Cause), replacing complex multi-table SQL JOINs.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Project-Specific Multi-Hop Query &amp; Subgraph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5-Hop Causal Discovery: Route -&gt; Order -&gt; Product &amp; Seller -&gt; Review -&gt; Defect -&gt; Remedy</a:t>
            </a:r>
          </a:p>
        </p:txBody>
      </p:sp>
      <p:pic>
        <p:nvPicPr>
          <p:cNvPr id="5" name="Picture 4" descr="user_actual_neo4j_multihop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6949440" cy="4023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80960" y="1280160"/>
            <a:ext cx="3931920" cy="51206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5331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🧠 Multi-Hop Traversal Meaning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664208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Production Cypher Traversal: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MATCH (route:LogisticsRoute {route_id: 'SP_TO_RJ'})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      &lt;-[:TRANSPORTED_VIA]-(o:Order)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      -[:CONTAINS_ITEM]-&gt;(p:Product {category: 'furniture_decor'})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MATCH (o)-[:FULFILLED_BY]-&gt;(s:Seller)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MATCH (o)-[:RECEIVES_FEEDBACK]-&gt;(rev:Review)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      -[:CITES_COMPLAINT]-&gt;(c:ComplaintCause)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      -[:TRIGGERS_REMEDY]-&gt;(act:RemediationAction)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RETURN s.seller_id, p.product_id, rev.score, c.name, act.action_type;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Causal Discovery from Graph: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Identifies that Seller SELLER_182 shipping heavy 4.8kg furniture over congested route SP_TO_RJ consistently triggers in-transit leg breakage.</a:t>
            </a:r>
          </a:p>
          <a:p>
            <a:pPr>
              <a:spcAft>
                <a:spcPts val="250"/>
              </a:spcAft>
              <a:defRPr sz="850">
                <a:solidFill>
                  <a:srgbClr val="E2E8F0"/>
                </a:solidFill>
                <a:latin typeface="Calibri"/>
              </a:defRPr>
            </a:pPr>
            <a:r>
              <a:t>• Directly links to automated remedy: Mandate Reinforced Packaging.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44068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Cross-Modal Semantic Grounding: Graph traversal links numeric delivery lag (25 days) + physical item weight (4.8kg) with authentic review text ('Broken table legs') to trigger operational remediations.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Agentic AI &amp; Knowledge Graph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Critically evaluating what AI improved vs what required manual human correction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✨ What Agentic AI Improved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Rapid Graph Prototyping: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Transformed human entity lists into syntactically valid Neo4j Cypher scripts in seconds.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Recommended enforcing strict uniqueness constraints on primary keys (prevented duplicate nodes).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Suggested directional naming conventions that make Cypher queries read like natural English (e.g. [:CITES_COMPLAINT]).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Synthesized diverse instance node data preserving Brazilian state geography.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3533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🛠️ What Was Changed Manually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64208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Human Pruning &amp; Domain Realism: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Removed AI-suggested redundant intermediate tables (OrderItem, City, State) to prevent bloated graph traversal paths.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Enforced dual Portuguese/English properties on Review nodes to preserve raw evidence authenticity.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Replaced generic 'Issues' with domain-specific ComplaintCause tags derived from real Olist customer complaints.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Established direct links from ComplaintCause to RemediationAction to support executive decision-making.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47472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3533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7185"/>
                </a:solidFill>
                <a:latin typeface="Calibri"/>
              </a:defRPr>
            </a:pPr>
            <a:r>
              <a:t>⚠️ Identified Graph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664208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Current Knowledge Graph Boundaries: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Static Snapshot: Current graph represents historical batch data (2017-2018); lacks live real-time carrier GPS streaming.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Cold-Start for New Products: Unreviewed new SKUs have no incoming feedback edges until customer purchases occur.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Remote AuraDB Latency: Cloud database instances can pause or experience DNS latency, requiring local fallback mechanisms.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577840"/>
            <a:ext cx="10972800" cy="8229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Reflection: Agentic AI accelerates Cypher implementation by 10x, but human domain judgment is strictly required to ensure the ontology reflects genuine supply chain causality rather than generic relational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Next Steps: Integrating Knowledge Graph into Graph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How this Neo4j graph will power the final Human–AI Co-Design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6517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🔄 1. Graph RAG Ingestion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Scale-Up to Full Dataset: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Expand Neo4j graph from 34 benchmark nodes to all 100K+ Olist orders using APOC batch import.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Ingest seller compliance histories and carrier hub telemetry across all 26 Brazilian states.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80160"/>
            <a:ext cx="26517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5331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Calibri"/>
              </a:defRPr>
            </a:pPr>
            <a:r>
              <a:t>🤖 2. Natural Language to Cypher 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64208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LLM-Powered Cypher Generation: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Integrate LangChain / LlamaIndex Cypher-QA chain into our existing Streamlit interface.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Allows non-technical business users to ask plain English questions converted dynamically to multi-hop Cypher queries.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26517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5331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8BFA"/>
                </a:solidFill>
                <a:latin typeface="Calibri"/>
              </a:defRPr>
            </a:pPr>
            <a:r>
              <a:t>🧠 3. Hybrid Graph + Vector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64208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Dual-Channel Grounding: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Structured Channel (Neo4j): Factual entity paths, delay statistics, carrier IDs.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Unstructured Channel (ChromaDB): Dense vector review text nuance.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Prompt Fusion: LLM generates explanations backed by both numbers and authentic quotes.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280160"/>
            <a:ext cx="26517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35331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Calibri"/>
              </a:defRPr>
            </a:pPr>
            <a:r>
              <a:t>🚀 4. Automated Action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664208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Executive Decision Support: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Calibri"/>
              </a:defRPr>
            </a:pPr>
            <a:r>
              <a:t>• When multi-hop queries flag recurring packaging failure paths, automatically draft vendor SLA warning notices and adjust delivery promise windows (+5 Days).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577840"/>
            <a:ext cx="10972800" cy="8229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38BDF8"/>
                </a:solidFill>
              </a:defRPr>
            </a:pPr>
            <a:r>
              <a:t>October 13 Demonstration Ready: Working Knowledge Graph constructed, verified Cypher queries tested, and end-to-end multi-hop causal reasoning validated for live class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